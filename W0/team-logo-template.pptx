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Badge Sheet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6647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logo you designed in Workshop 0 into one circle below, then copy it into the other 5 (each is 58 mm diameter — a standard badge size). Print and cut along the dashed lines to make your team's badges.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54480" y="1655064"/>
            <a:ext cx="5550408" cy="0"/>
          </a:xfrm>
          <a:prstGeom prst="line">
            <a:avLst/>
          </a:prstGeom>
          <a:noFill/>
          <a:ln w="12700">
            <a:solidFill>
              <a:srgbClr val="9AA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28" y="20116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75428" y="20116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37044" y="20116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737044" y="20116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98660" y="20116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998660" y="20116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28" y="43282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75428" y="43282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37044" y="43282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737044" y="43282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98660" y="4328280"/>
            <a:ext cx="2088000" cy="20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4B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98660" y="4328280"/>
            <a:ext cx="2088000" cy="20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logo here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96492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/ how you came up with it, and how it represents your app: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7422120"/>
            <a:ext cx="6647688" cy="0"/>
          </a:xfrm>
          <a:prstGeom prst="line">
            <a:avLst/>
          </a:prstGeom>
          <a:noFill/>
          <a:ln w="9525">
            <a:solidFill>
              <a:srgbClr val="9AA4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7742160"/>
            <a:ext cx="6647688" cy="0"/>
          </a:xfrm>
          <a:prstGeom prst="line">
            <a:avLst/>
          </a:prstGeom>
          <a:noFill/>
          <a:ln w="9525">
            <a:solidFill>
              <a:srgbClr val="9AA4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8062200"/>
            <a:ext cx="6647688" cy="0"/>
          </a:xfrm>
          <a:prstGeom prst="line">
            <a:avLst/>
          </a:prstGeom>
          <a:noFill/>
          <a:ln w="9525">
            <a:solidFill>
              <a:srgbClr val="9AA4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8382240"/>
            <a:ext cx="6647688" cy="0"/>
          </a:xfrm>
          <a:prstGeom prst="line">
            <a:avLst/>
          </a:prstGeom>
          <a:noFill/>
          <a:ln w="9525">
            <a:solidFill>
              <a:srgbClr val="9AA4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8702280"/>
            <a:ext cx="6647688" cy="0"/>
          </a:xfrm>
          <a:prstGeom prst="line">
            <a:avLst/>
          </a:prstGeom>
          <a:noFill/>
          <a:ln w="9525">
            <a:solidFill>
              <a:srgbClr val="9AA4B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2026-09-29T14:59:04Z</dcterms:created>
  <dcterms:modified xsi:type="dcterms:W3CDTF">2026-09-29T14:59:04Z</dcterms:modified>
</cp:coreProperties>
</file>