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11480"/>
            <a:ext cx="6647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 Logo Concepts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41248"/>
            <a:ext cx="6647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 or paste 6 logo concepts, one per circle (each 58 mm diameter). Underneath each, briefly note the inspiration and how it represents your app.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9844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Name: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554480" y="1536192"/>
            <a:ext cx="5550408" cy="0"/>
          </a:xfrm>
          <a:prstGeom prst="line">
            <a:avLst/>
          </a:prstGeom>
          <a:noFill/>
          <a:ln w="12700">
            <a:solidFill>
              <a:srgbClr val="9AA4B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28" y="1874520"/>
            <a:ext cx="2088000" cy="20880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9AA4B0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457200" y="4163688"/>
            <a:ext cx="2124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Inspiration / how you came up with it: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4547736"/>
            <a:ext cx="2124456" cy="0"/>
          </a:xfrm>
          <a:prstGeom prst="line">
            <a:avLst/>
          </a:prstGeom>
          <a:noFill/>
          <a:ln w="9525">
            <a:solidFill>
              <a:srgbClr val="9AA4B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4803768"/>
            <a:ext cx="2124456" cy="0"/>
          </a:xfrm>
          <a:prstGeom prst="line">
            <a:avLst/>
          </a:prstGeom>
          <a:noFill/>
          <a:ln w="9525">
            <a:solidFill>
              <a:srgbClr val="9AA4B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5004936"/>
            <a:ext cx="2124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represents your app: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5388984"/>
            <a:ext cx="2124456" cy="0"/>
          </a:xfrm>
          <a:prstGeom prst="line">
            <a:avLst/>
          </a:prstGeom>
          <a:noFill/>
          <a:ln w="9525">
            <a:solidFill>
              <a:srgbClr val="9AA4B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5645016"/>
            <a:ext cx="2124456" cy="0"/>
          </a:xfrm>
          <a:prstGeom prst="line">
            <a:avLst/>
          </a:prstGeom>
          <a:noFill/>
          <a:ln w="9525">
            <a:solidFill>
              <a:srgbClr val="9AA4B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37044" y="1874520"/>
            <a:ext cx="2088000" cy="20880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9AA4B0"/>
            </a:solidFill>
            <a:prstDash val="dash"/>
          </a:ln>
        </p:spPr>
      </p:sp>
      <p:sp>
        <p:nvSpPr>
          <p:cNvPr id="14" name="Text 12"/>
          <p:cNvSpPr txBox="1"/>
          <p:nvPr/>
        </p:nvSpPr>
        <p:spPr>
          <a:xfrm>
            <a:off x="2718816" y="4163688"/>
            <a:ext cx="2124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Inspiration / how you came up with it: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18816" y="4547736"/>
            <a:ext cx="2124456" cy="0"/>
          </a:xfrm>
          <a:prstGeom prst="line">
            <a:avLst/>
          </a:prstGeom>
          <a:noFill/>
          <a:ln w="9525">
            <a:solidFill>
              <a:srgbClr val="9AA4B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18816" y="4803768"/>
            <a:ext cx="2124456" cy="0"/>
          </a:xfrm>
          <a:prstGeom prst="line">
            <a:avLst/>
          </a:prstGeom>
          <a:noFill/>
          <a:ln w="9525">
            <a:solidFill>
              <a:srgbClr val="9AA4B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718816" y="5004936"/>
            <a:ext cx="2124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represents your app: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718816" y="5388984"/>
            <a:ext cx="2124456" cy="0"/>
          </a:xfrm>
          <a:prstGeom prst="line">
            <a:avLst/>
          </a:prstGeom>
          <a:noFill/>
          <a:ln w="9525">
            <a:solidFill>
              <a:srgbClr val="9AA4B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718816" y="5645016"/>
            <a:ext cx="2124456" cy="0"/>
          </a:xfrm>
          <a:prstGeom prst="line">
            <a:avLst/>
          </a:prstGeom>
          <a:noFill/>
          <a:ln w="9525">
            <a:solidFill>
              <a:srgbClr val="9AA4B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998660" y="1874520"/>
            <a:ext cx="2088000" cy="20880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9AA4B0"/>
            </a:solidFill>
            <a:prstDash val="dash"/>
          </a:ln>
        </p:spPr>
      </p:sp>
      <p:sp>
        <p:nvSpPr>
          <p:cNvPr id="21" name="Text 19"/>
          <p:cNvSpPr txBox="1"/>
          <p:nvPr/>
        </p:nvSpPr>
        <p:spPr>
          <a:xfrm>
            <a:off x="4980432" y="4163688"/>
            <a:ext cx="2124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Inspiration / how you came up with it: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980432" y="4547736"/>
            <a:ext cx="2124456" cy="0"/>
          </a:xfrm>
          <a:prstGeom prst="line">
            <a:avLst/>
          </a:prstGeom>
          <a:noFill/>
          <a:ln w="9525">
            <a:solidFill>
              <a:srgbClr val="9AA4B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80432" y="4803768"/>
            <a:ext cx="2124456" cy="0"/>
          </a:xfrm>
          <a:prstGeom prst="line">
            <a:avLst/>
          </a:prstGeom>
          <a:noFill/>
          <a:ln w="9525">
            <a:solidFill>
              <a:srgbClr val="9AA4B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980432" y="5004936"/>
            <a:ext cx="2124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represents your app: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980432" y="5388984"/>
            <a:ext cx="2124456" cy="0"/>
          </a:xfrm>
          <a:prstGeom prst="line">
            <a:avLst/>
          </a:prstGeom>
          <a:noFill/>
          <a:ln w="9525">
            <a:solidFill>
              <a:srgbClr val="9AA4B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980432" y="5645016"/>
            <a:ext cx="2124456" cy="0"/>
          </a:xfrm>
          <a:prstGeom prst="line">
            <a:avLst/>
          </a:prstGeom>
          <a:noFill/>
          <a:ln w="9525">
            <a:solidFill>
              <a:srgbClr val="9AA4B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75428" y="6053328"/>
            <a:ext cx="2088000" cy="20880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9AA4B0"/>
            </a:solidFill>
            <a:prstDash val="dash"/>
          </a:ln>
        </p:spPr>
      </p:sp>
      <p:sp>
        <p:nvSpPr>
          <p:cNvPr id="28" name="Text 26"/>
          <p:cNvSpPr txBox="1"/>
          <p:nvPr/>
        </p:nvSpPr>
        <p:spPr>
          <a:xfrm>
            <a:off x="457200" y="8342496"/>
            <a:ext cx="2124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Inspiration / how you came up with it: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57200" y="8726544"/>
            <a:ext cx="2124456" cy="0"/>
          </a:xfrm>
          <a:prstGeom prst="line">
            <a:avLst/>
          </a:prstGeom>
          <a:noFill/>
          <a:ln w="9525">
            <a:solidFill>
              <a:srgbClr val="9AA4B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7200" y="8982576"/>
            <a:ext cx="2124456" cy="0"/>
          </a:xfrm>
          <a:prstGeom prst="line">
            <a:avLst/>
          </a:prstGeom>
          <a:noFill/>
          <a:ln w="9525">
            <a:solidFill>
              <a:srgbClr val="9AA4B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57200" y="9183744"/>
            <a:ext cx="2124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represents your app: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7200" y="9567792"/>
            <a:ext cx="2124456" cy="0"/>
          </a:xfrm>
          <a:prstGeom prst="line">
            <a:avLst/>
          </a:prstGeom>
          <a:noFill/>
          <a:ln w="9525">
            <a:solidFill>
              <a:srgbClr val="9AA4B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7200" y="9823824"/>
            <a:ext cx="2124456" cy="0"/>
          </a:xfrm>
          <a:prstGeom prst="line">
            <a:avLst/>
          </a:prstGeom>
          <a:noFill/>
          <a:ln w="9525">
            <a:solidFill>
              <a:srgbClr val="9AA4B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737044" y="6053328"/>
            <a:ext cx="2088000" cy="20880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9AA4B0"/>
            </a:solidFill>
            <a:prstDash val="dash"/>
          </a:ln>
        </p:spPr>
      </p:sp>
      <p:sp>
        <p:nvSpPr>
          <p:cNvPr id="35" name="Text 33"/>
          <p:cNvSpPr txBox="1"/>
          <p:nvPr/>
        </p:nvSpPr>
        <p:spPr>
          <a:xfrm>
            <a:off x="2718816" y="8342496"/>
            <a:ext cx="2124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Inspiration / how you came up with it: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2718816" y="8726544"/>
            <a:ext cx="2124456" cy="0"/>
          </a:xfrm>
          <a:prstGeom prst="line">
            <a:avLst/>
          </a:prstGeom>
          <a:noFill/>
          <a:ln w="9525">
            <a:solidFill>
              <a:srgbClr val="9AA4B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718816" y="8982576"/>
            <a:ext cx="2124456" cy="0"/>
          </a:xfrm>
          <a:prstGeom prst="line">
            <a:avLst/>
          </a:prstGeom>
          <a:noFill/>
          <a:ln w="9525">
            <a:solidFill>
              <a:srgbClr val="9AA4B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2718816" y="9183744"/>
            <a:ext cx="2124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represents your app: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718816" y="9567792"/>
            <a:ext cx="2124456" cy="0"/>
          </a:xfrm>
          <a:prstGeom prst="line">
            <a:avLst/>
          </a:prstGeom>
          <a:noFill/>
          <a:ln w="9525">
            <a:solidFill>
              <a:srgbClr val="9AA4B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718816" y="9823824"/>
            <a:ext cx="2124456" cy="0"/>
          </a:xfrm>
          <a:prstGeom prst="line">
            <a:avLst/>
          </a:prstGeom>
          <a:noFill/>
          <a:ln w="9525">
            <a:solidFill>
              <a:srgbClr val="9AA4B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998660" y="6053328"/>
            <a:ext cx="2088000" cy="20880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9AA4B0"/>
            </a:solidFill>
            <a:prstDash val="dash"/>
          </a:ln>
        </p:spPr>
      </p:sp>
      <p:sp>
        <p:nvSpPr>
          <p:cNvPr id="42" name="Text 40"/>
          <p:cNvSpPr txBox="1"/>
          <p:nvPr/>
        </p:nvSpPr>
        <p:spPr>
          <a:xfrm>
            <a:off x="4980432" y="8342496"/>
            <a:ext cx="2124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Inspiration / how you came up with it: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980432" y="8726544"/>
            <a:ext cx="2124456" cy="0"/>
          </a:xfrm>
          <a:prstGeom prst="line">
            <a:avLst/>
          </a:prstGeom>
          <a:noFill/>
          <a:ln w="9525">
            <a:solidFill>
              <a:srgbClr val="9AA4B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80432" y="8982576"/>
            <a:ext cx="2124456" cy="0"/>
          </a:xfrm>
          <a:prstGeom prst="line">
            <a:avLst/>
          </a:prstGeom>
          <a:noFill/>
          <a:ln w="9525">
            <a:solidFill>
              <a:srgbClr val="9AA4B0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980432" y="9183744"/>
            <a:ext cx="2124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represents your app: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980432" y="9567792"/>
            <a:ext cx="2124456" cy="0"/>
          </a:xfrm>
          <a:prstGeom prst="line">
            <a:avLst/>
          </a:prstGeom>
          <a:noFill/>
          <a:ln w="9525">
            <a:solidFill>
              <a:srgbClr val="9AA4B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980432" y="9823824"/>
            <a:ext cx="2124456" cy="0"/>
          </a:xfrm>
          <a:prstGeom prst="line">
            <a:avLst/>
          </a:prstGeom>
          <a:noFill/>
          <a:ln w="9525">
            <a:solidFill>
              <a:srgbClr val="9AA4B0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2026-09-29T14:53:27Z</dcterms:created>
  <dcterms:modified xsi:type="dcterms:W3CDTF">2026-09-29T14:53:27Z</dcterms:modified>
</cp:coreProperties>
</file>